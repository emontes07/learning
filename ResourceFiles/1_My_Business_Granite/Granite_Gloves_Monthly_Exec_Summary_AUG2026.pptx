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Commentary - Granite Gloves -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95% of BUD and 99% of PY (-$0.3m vs BUD) as the low-cost pricing strategy continues to trade price for volume; volume roughly flat vs PY.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28.2%, c.176bps&lt;BUD and c.262bps&lt;PY from price investment under the low-cost strategy.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24.0%, c.300bps&gt;BUD: a $0.1m duplicate rent accrual (to reverse in September) and $0.02m expedited freight, plus lower sales leverage.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$13.1m, $1.8m lower than BUD and $2.6m lower than PY from inventory reduction (inventory days 66 vs 76 BUD, 84 PY).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August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$5.1m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$5.4m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$5.2m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-0.1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-176bps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-262bps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+300bps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21.6%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+240bps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-476bps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-502bps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YTD Commentary - Granite Gloves - YTD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95% of BUD (-$2.1m) and 98% of PY, driven by price investment under the low-cost strategy.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28.6%, c.144bps&lt;BUD and c.207bps&lt;PY from the low-cost strategy.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21.9%, c.87bps&gt;BUD and c.69bps&gt;PY from lower sales leverage and the August duplicate rent accrual; open roles partly offset.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$13.1m, $1.8m below BUD and $2.6m below PY from targeted inventory reduction.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YTD August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$41.1m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$43.3m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-2.1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$42.0m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-0.9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-144bps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-207bps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21.9%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+87bps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+69bps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-231bps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-276bps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