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Commentary - Zava Safety -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102% of BUD and 108% of PY, driven by core product pricing at Falcon (109% of BUD, +$0.7m) and Beacon surveyor vests (107%), plus nitrile inflation at Alder. Partly offset by backorders at Ember (94%) and the low-cost strategy at Granite (95%).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c.47bps&lt;BUD from nitrile cost volatility at Alder (262bps&lt;BUD) and price investment at Granite (176bps&lt;BUD), partially offset by pricing gains at Beacon and Falcon (both c.170bps&gt;BUD). Similar drivers vs PY (50bps decline).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8bps&lt;BUD; one-time consulting fees at Cobalt and expedited freight at Granite were more than offset by restructuring savings at Hollis and sales leverage. 42bps&lt;PY on c.$3.7m additional sales.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$130.7m, $9.3m lower than BUD and $15.2m lower than PY, mainly from inventory reduction (improved forecasting and demand planning).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August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$52.7m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$51.7m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+1.0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$49.0m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+3.7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-47bps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-50bps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+8bps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-42bps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-55bps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-8bps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$130.7m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$146.0m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YTD Commentary - Zava Safety - YTD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102% ($7.9m) of BUD driven by pricing at Falcon (109%) and Beacon (105%) and nitrile volumes and inflation at Alder (104%). 107% of PY driven by inflation and c.2% volume gains.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9bps&lt;BUD and 9bps&lt;PY: mix and pricing benefit at Beacon and Falcon offset by nitrile margin compression at Alder since June and the Granite low-cost strategy.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22bps&lt;BUD and 60bps&lt;PY, driven by Hollis restructuring savings and sales leverage; holding roles open has limited wage inflation.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$9.3m lower than BUD and $15.2m lower than PY from targeted inventory reduction.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YTD August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$420.7m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$412.8m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+7.9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$393.9m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+26.9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21.5%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-22bps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-60bps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$41.3m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$36.6m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+13bps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+51bps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$130.7m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$146.0m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