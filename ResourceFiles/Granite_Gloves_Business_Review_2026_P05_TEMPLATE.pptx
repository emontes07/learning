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Relationship Id="rId5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Granite Gloves - Bi-Monthly Business Review - 2026 P05 (Aug-Sep)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6BB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95959"/>
                </a:solidFill>
              </a:defRPr>
            </a:pPr>
            <a:r>
              <a:t>Training data only - Zava Safety and all businesses and numbers are fictitious.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Financial tables are refreshed automatically. The story on the following slides is written by the business team - draft it with Copilot, then edit.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3736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645920"/>
                <a:gridCol w="1645920"/>
                <a:gridCol w="1645920"/>
                <a:gridCol w="1645920"/>
              </a:tblGrid>
              <a:tr h="326571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YTD September 2026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BUD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Prior Year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PY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Sales ($m)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$45.8m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$48.6m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-2.8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$47.3m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-1.5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Gross Margin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-175bps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-234bps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OpEx % of Sales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21.7%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21.0%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+72bps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21.2%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+57bps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$3.0m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$4.4m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6.5%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9.0%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-248bps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9.4%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-291bps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Capital Employed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$12.8m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$14.7m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$15.9m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Sales &amp;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6BB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95959"/>
                </a:solidFill>
              </a:defRPr>
            </a:pPr>
            <a:r>
              <a:t>Training data only - Zava Safety and all businesses and numbers are fictitious.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983480"/>
                <a:gridCol w="4983480"/>
              </a:tblGrid>
              <a:tr h="123444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Margin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6BB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95959"/>
                </a:solidFill>
              </a:defRPr>
            </a:pPr>
            <a:r>
              <a:t>Training data only - Zava Safety and all businesses and numbers are fictitious.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983480"/>
                <a:gridCol w="4983480"/>
              </a:tblGrid>
              <a:tr h="123444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Delivery &amp; Warehouse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Selling &amp; G&amp;A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Issue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Action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Resolution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Working Capital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6BB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95959"/>
                </a:solidFill>
              </a:defRPr>
            </a:pPr>
            <a:r>
              <a:t>Training data only - Zava Safety and all businesses and numbers are fictitious.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322320"/>
                <a:gridCol w="3322320"/>
                <a:gridCol w="3322320"/>
              </a:tblGrid>
              <a:tr h="123444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AP Days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AR Days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Inventory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Issue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Action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Resolution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